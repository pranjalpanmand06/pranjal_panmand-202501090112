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57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7" d="100"/>
          <a:sy n="57" d="100"/>
        </p:scale>
        <p:origin x="28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EC2B9-FC40-0208-68B3-E6F141D13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79DA7B-1107-6081-F3DA-BE94717C80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1900C-2594-04E9-A2D0-636F411E2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335D2-1D0E-4580-A661-26D4319C3658}" type="datetimeFigureOut">
              <a:rPr lang="en-GB" smtClean="0"/>
              <a:t>09/05/2026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71865-6FC5-25E1-85DC-BDBCB880F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AC032-459B-D3D8-AAA3-706F7AB46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06445-0B78-4595-93E4-50345742D8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7932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8DC30-65EA-527F-C32E-CB3DEC4D0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BD3BD-CA17-BF71-652E-8C7B368B7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06219-B807-3972-5051-11823A9C0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335D2-1D0E-4580-A661-26D4319C3658}" type="datetimeFigureOut">
              <a:rPr lang="en-GB" smtClean="0"/>
              <a:t>09/05/2026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53739-2C3B-F988-757F-3C3213322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4B385-6BE9-9A37-EB2A-12AC4B12C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06445-0B78-4595-93E4-50345742D8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8920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CC39E-FB10-881E-DF7D-9A46586AE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E4D64E-5414-F465-1762-2949F2C30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2CB74-7085-80DD-58D8-1CE4EFE16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335D2-1D0E-4580-A661-26D4319C3658}" type="datetimeFigureOut">
              <a:rPr lang="en-GB" smtClean="0"/>
              <a:t>09/05/2026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7B383-E560-3CA4-0A9C-E5CCA644D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934C5-57FB-9B3E-A3DA-9239DA71C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06445-0B78-4595-93E4-50345742D8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3010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EB65E-16BC-59FB-6F55-D6EDC1BD5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2F60E-11B6-6BA0-2319-E11511D40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3A5073-94F3-4D76-8534-9B322BA81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58C733-0619-9EDB-5C52-62CD765C7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335D2-1D0E-4580-A661-26D4319C3658}" type="datetimeFigureOut">
              <a:rPr lang="en-GB" smtClean="0"/>
              <a:t>09/05/2026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AB1256-6CD4-9C9D-FCC4-BB14C8621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23C914-F32C-F020-ACE1-D99ED0297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06445-0B78-4595-93E4-50345742D8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245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8BD71-D78D-CA69-631C-36F1F22BE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99819-568B-41D3-29A8-83501FAE4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11025A-BFF2-76FD-6471-A7CA141556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2A8A62-B6E3-C347-459B-1F3B829837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5350B8-C3AF-9D81-E06F-D8836EDBA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595369-A4F5-CEF6-3400-909A249C6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335D2-1D0E-4580-A661-26D4319C3658}" type="datetimeFigureOut">
              <a:rPr lang="en-GB" smtClean="0"/>
              <a:t>09/05/2026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DEDB23-EE33-20CD-A88E-56354E02C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70CF2-2859-F03A-41C3-33E175F2C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06445-0B78-4595-93E4-50345742D8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325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28A4E-4233-872A-C979-8E7FA63C7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AE7539-91EF-9DEE-4501-D94926AD6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335D2-1D0E-4580-A661-26D4319C3658}" type="datetimeFigureOut">
              <a:rPr lang="en-GB" smtClean="0"/>
              <a:t>09/05/2026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EAE38-0FB2-DF1B-8E16-3171C220E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606C1B-3953-657D-4050-BACC8B0CD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06445-0B78-4595-93E4-50345742D8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8976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000B79-989E-C4CD-12C5-2530A2D39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335D2-1D0E-4580-A661-26D4319C3658}" type="datetimeFigureOut">
              <a:rPr lang="en-GB" smtClean="0"/>
              <a:t>09/05/2026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C831EE-56C8-19D6-5B7B-7F464B083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0041EB-0628-4D50-9E1F-65AC7D948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06445-0B78-4595-93E4-50345742D8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6934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B3DEB-CCC7-B590-7878-11DC9E5A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A2A5D-EF50-1145-3F17-21C29940C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C40C8E-58D6-4C0F-29B1-8AA5D3991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628AD-4962-952B-29B6-CF668A842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335D2-1D0E-4580-A661-26D4319C3658}" type="datetimeFigureOut">
              <a:rPr lang="en-GB" smtClean="0"/>
              <a:t>09/05/2026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FB6D00-2255-905C-AE17-0AF44F75B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8ED0D4-89E3-DACF-7B25-23AB27973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06445-0B78-4595-93E4-50345742D8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313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6802D-2796-C6DF-7055-4FA75CB87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EDF6A3-FA83-7145-63C4-D2859AFB7E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2D1EB8-2FD0-74A6-404D-C2322F90AB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0CC7BB-9433-E9B1-4576-7AC93BC04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335D2-1D0E-4580-A661-26D4319C3658}" type="datetimeFigureOut">
              <a:rPr lang="en-GB" smtClean="0"/>
              <a:t>09/05/2026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DBD401-1A51-FDE7-B924-46A420038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B51F28-68C6-8E8A-2DB8-62AD856BB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06445-0B78-4595-93E4-50345742D8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4962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92031-02C5-18D3-1805-306434664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A2EF4A-076B-1AB7-7DF7-495FA035E6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7CD6A-5660-8C0E-386A-546E3F161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335D2-1D0E-4580-A661-26D4319C3658}" type="datetimeFigureOut">
              <a:rPr lang="en-GB" smtClean="0"/>
              <a:t>09/05/2026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F3D57-E54A-CF56-0EA7-0D0F25E6C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B3C3E-2008-686D-0383-1B57E3995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06445-0B78-4595-93E4-50345742D8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4068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5348A4-93A9-44DA-AAB1-24B4396F33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94D01-8445-970F-8669-29A23DC741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88735-94E2-4588-272E-2EB9BB2A4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335D2-1D0E-4580-A661-26D4319C3658}" type="datetimeFigureOut">
              <a:rPr lang="en-GB" smtClean="0"/>
              <a:t>09/05/2026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DB633-994C-D3C0-CCFA-1DA7B4456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029EB-C147-CB7E-7086-94C1680E1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06445-0B78-4595-93E4-50345742D8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108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CD3323-BAE9-FE1B-57C1-4F6A05CA3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B6415-EE50-E2AD-7394-4CE647C7A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A9805-2B23-7359-1FC6-4BB633E09B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1335D2-1D0E-4580-A661-26D4319C3658}" type="datetimeFigureOut">
              <a:rPr lang="en-GB" smtClean="0"/>
              <a:t>09/05/2026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0DE2F-F778-91F5-6FAF-8074EBAF2E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1D2A2-8982-8D0E-430D-E2551560BA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B06445-0B78-4595-93E4-50345742D8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3124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296F01-713D-ADBD-801F-E66FA585BC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7" y="0"/>
            <a:ext cx="121659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646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8A492-9D3F-0DBC-551E-11C10CB7F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E7ABE0-858B-AEAA-FADC-94E6474332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63"/>
            <a:ext cx="12192000" cy="684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060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D54F1-F1B0-D422-B4BC-83D89F201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4574C4-E6A6-7559-801E-F4B3F70084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7" y="0"/>
            <a:ext cx="121659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353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F418C-9352-23E4-F230-8EB559F67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FB1DB4-E3FE-A38F-9E43-0705A86919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3"/>
            <a:ext cx="12192000" cy="685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397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BC745-3CD2-04BD-CC04-C4D35C4F4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2CA1A6-0C0C-35A8-839D-5EFDB7E83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7" y="0"/>
            <a:ext cx="121659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035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275F1-FC82-BA67-0AB2-3B6156E8A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C6E5E9-F452-F443-1431-27BDC908A7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3"/>
            <a:ext cx="12192000" cy="685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042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F765F-1951-8B93-2E0D-8F383DA0D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C1671F-D721-768F-0972-ABCF292FC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7" y="0"/>
            <a:ext cx="121659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152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344C6-C9A6-A572-755B-6C475F5D5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AC859C-0AA7-823E-D43A-20FC3BBBDC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5" y="0"/>
            <a:ext cx="121839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493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D3D42-7334-C207-0BCC-DC56CC342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5ABCD6-D224-29C7-7C3A-9FF74E6C09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63"/>
            <a:ext cx="12192000" cy="684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310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DCE85-932C-56CA-92FD-2C35119AB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A94891-A3DD-793D-BD73-92160F46D0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81"/>
            <a:ext cx="12192000" cy="682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204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Prajyot Panmand</dc:creator>
  <cp:lastModifiedBy>Prajyot Panmand</cp:lastModifiedBy>
  <cp:revision>1</cp:revision>
  <dcterms:created xsi:type="dcterms:W3CDTF">2026-05-09T12:46:40Z</dcterms:created>
  <dcterms:modified xsi:type="dcterms:W3CDTF">2026-05-09T12:50:23Z</dcterms:modified>
</cp:coreProperties>
</file>